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9FD64-74E3-467C-ADEB-6476325D86A6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6496D-6412-4BCC-B62C-8408012642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247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496D-6412-4BCC-B62C-84080126420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738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496D-6412-4BCC-B62C-84080126420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01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075" y="2607835"/>
            <a:ext cx="322940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rPr dirty="0">
                <a:latin typeface="Times" panose="02020603050405020304" pitchFamily="18" charset="0"/>
                <a:cs typeface="Times" panose="02020603050405020304" pitchFamily="18" charset="0"/>
              </a:rPr>
              <a:t>DATA</a:t>
            </a:r>
            <a:br>
              <a:rPr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dirty="0">
                <a:latin typeface="Times" panose="02020603050405020304" pitchFamily="18" charset="0"/>
                <a:cs typeface="Times" panose="02020603050405020304" pitchFamily="18" charset="0"/>
              </a:rPr>
              <a:t>ANALYTICS</a:t>
            </a:r>
          </a:p>
          <a:p>
            <a:pPr>
              <a:defRPr sz="2000" b="1">
                <a:solidFill>
                  <a:srgbClr val="BED7F5"/>
                </a:solidFill>
                <a:latin typeface="Aptos Display"/>
              </a:defRPr>
            </a:pPr>
            <a:r>
              <a:rPr dirty="0">
                <a:latin typeface="Times" panose="02020603050405020304" pitchFamily="18" charset="0"/>
                <a:cs typeface="Times" panose="02020603050405020304" pitchFamily="18" charset="0"/>
              </a:rP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9595" y="1600856"/>
            <a:ext cx="746071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33C"/>
                </a:solidFill>
                <a:latin typeface="Aptos Display"/>
              </a:defRPr>
            </a:pPr>
            <a:r>
              <a:rPr dirty="0">
                <a:latin typeface="Times" panose="02020603050405020304" pitchFamily="18" charset="0"/>
                <a:cs typeface="Times" panose="02020603050405020304" pitchFamily="18" charset="0"/>
              </a:rPr>
              <a:t>Indian E-Commerce</a:t>
            </a:r>
            <a:br>
              <a:rPr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dirty="0">
                <a:latin typeface="Times" panose="02020603050405020304" pitchFamily="18" charset="0"/>
                <a:cs typeface="Times" panose="02020603050405020304" pitchFamily="18" charset="0"/>
              </a:rPr>
              <a:t>Customer Behavior &amp; Sales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8298" y="2848454"/>
            <a:ext cx="571566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F6973"/>
                </a:solidFill>
                <a:latin typeface="Aptos"/>
              </a:defRPr>
            </a:pPr>
            <a:r>
              <a:rPr dirty="0">
                <a:latin typeface="Times" panose="02020603050405020304" pitchFamily="18" charset="0"/>
                <a:cs typeface="Times" panose="02020603050405020304" pitchFamily="18" charset="0"/>
              </a:rPr>
              <a:t>Data cleaning • Exploratory analysis • Visualization •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20702" y="4330653"/>
            <a:ext cx="32596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69BE"/>
                </a:solidFill>
                <a:latin typeface="Aptos"/>
              </a:defRPr>
            </a:pPr>
            <a:r>
              <a:rPr sz="2000" dirty="0">
                <a:latin typeface="Times" panose="02020603050405020304" pitchFamily="18" charset="0"/>
                <a:cs typeface="Times" panose="02020603050405020304" pitchFamily="18" charset="0"/>
              </a:rPr>
              <a:t>Presented by: Bowthya Sree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3732" y="4896615"/>
            <a:ext cx="483658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rPr dirty="0">
                <a:latin typeface="Times" panose="02020603050405020304" pitchFamily="18" charset="0"/>
                <a:cs typeface="Times" panose="02020603050405020304" pitchFamily="18" charset="0"/>
              </a:rPr>
              <a:t>Python  |  Pandas  |  NumPy  |  Matplotlib  |  Seaborn  |  Power BI  | 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47788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465544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 behavior and sales performance in e-commerce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874519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1" y="1444752"/>
            <a:ext cx="96372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64792"/>
            <a:ext cx="4628383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businesses generate large amounts of customer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transaction data. The challenge is to identify high-performing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categories, effective marketing channels, purchasing behavior and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improve conversion.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874519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82512" y="1444752"/>
            <a:ext cx="8863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764792"/>
            <a:ext cx="4666406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25,000 customer visit records covering customer, session, product,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pricing, marketing, cart, purchase, rating, payment, season and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4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3520440"/>
            <a:ext cx="64008" cy="155448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1" y="3639312"/>
            <a:ext cx="9348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950208"/>
            <a:ext cx="103105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25,000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52044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89120" y="3520440"/>
            <a:ext cx="64008" cy="1554480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53712" y="3639312"/>
            <a:ext cx="14893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950208"/>
            <a:ext cx="13211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₹10.12M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52044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38160" y="3520440"/>
            <a:ext cx="64008" cy="155448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02752" y="3639312"/>
            <a:ext cx="16784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CONVERSION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950208"/>
            <a:ext cx="118494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22.46%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574" y="5532120"/>
            <a:ext cx="109658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33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Objective: Analyze sales and customer behavior patterns and provide data-driven business recommendations.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5338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74103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30780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cleaning, analysis and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38912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1" y="1444752"/>
            <a:ext cx="17303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764792"/>
            <a:ext cx="3145413" cy="2492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Inspected rows, columns and data types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Checked missing values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Checked duplicate records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Converted visit dates to proper date format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Validated numerical and purchase-related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fields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Prepared cleaned data for Power 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32588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64008" cy="4389120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07992" y="1444752"/>
            <a:ext cx="104939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EDA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764792"/>
            <a:ext cx="2666114" cy="2292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Revenue and purchase performance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Product categories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Marketing channels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User types and payment methods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Seasons, locations and devices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Correlation and outlier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64008" cy="438912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11312" y="1444752"/>
            <a:ext cx="12673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KEY 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764792"/>
            <a:ext cx="1360116" cy="2893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₹10.12M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Average Revenue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₹404.65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≈8K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Total Purchases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≈6K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Conversion Rate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22.46%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5338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31480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429797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Charts used to communicate trends, comparisons and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64008" cy="160020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5476" y="1490472"/>
            <a:ext cx="21616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Product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476" y="1810512"/>
            <a:ext cx="300434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high-revenue product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71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60520" y="1371600"/>
            <a:ext cx="64008" cy="1600200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5112" y="1490472"/>
            <a:ext cx="17835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Monthly Revenue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810512"/>
            <a:ext cx="24416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revenue movement across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371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680960" y="1371600"/>
            <a:ext cx="64008" cy="160020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45552" y="1490472"/>
            <a:ext cx="22829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Revenue by Marketing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1810512"/>
            <a:ext cx="268374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Compares channel-level performance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64008" cy="1600200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4671" y="3547872"/>
            <a:ext cx="17831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Revenue by Device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1" y="3867912"/>
            <a:ext cx="297068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Compares revenue contribution by device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4290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160520" y="3429000"/>
            <a:ext cx="64008" cy="160020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25112" y="3547872"/>
            <a:ext cx="19312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Purchase vs Non-Purchase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867912"/>
            <a:ext cx="294664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Shows conversion versus non-conversion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4290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680960" y="3429000"/>
            <a:ext cx="64008" cy="1600200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45552" y="3547872"/>
            <a:ext cx="15424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Discount vs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3867912"/>
            <a:ext cx="255390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Examines the relationship between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and revenue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5298948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150787" y="5298948"/>
            <a:ext cx="64008" cy="1399671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25112" y="5376672"/>
            <a:ext cx="147027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Rating Distribution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5696712"/>
            <a:ext cx="183255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 patterns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5338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58143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&amp;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36503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for business performance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8016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60920" y="1280160"/>
            <a:ext cx="64008" cy="96012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25512" y="1399031"/>
            <a:ext cx="18017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HIGHEST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1709928"/>
            <a:ext cx="27126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Code 2 — ≈₹2.04M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395728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60920" y="2395728"/>
            <a:ext cx="64008" cy="960120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25512" y="2514600"/>
            <a:ext cx="231826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TOP MARKETING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2825496"/>
            <a:ext cx="27126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Code 5 — ≈₹1.82M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511296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60920" y="3511296"/>
            <a:ext cx="64008" cy="96012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25512" y="3630168"/>
            <a:ext cx="112562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TOP DEVICE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3941063"/>
            <a:ext cx="27126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Code 1 — ≈₹5.01M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4626864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360920" y="4626864"/>
            <a:ext cx="64008" cy="960120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25512" y="4745736"/>
            <a:ext cx="21082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PURCHASE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5056631"/>
            <a:ext cx="226215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22.46% of visits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338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681592B-1E29-9E8E-CEBA-747EE6935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48" y="1463089"/>
            <a:ext cx="6991424" cy="3931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66207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50392"/>
            <a:ext cx="27777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Turning analysis into actionable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64008" cy="448056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0705" y="1491811"/>
            <a:ext cx="18211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820206"/>
            <a:ext cx="4381328" cy="209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Improve the checkout process to increase conversion.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Reduce cart abandonment with a simpler purchase flow and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Strengthen marketing efforts on high-performing channels.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Promote high-revenue product categories.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Optimize the shopping experience across device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3035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1280160"/>
            <a:ext cx="64008" cy="2057400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28231" y="1399031"/>
            <a:ext cx="122501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719072"/>
            <a:ext cx="4612160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Power BI helped transform raw e-commerce data into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 business insights about revenue, customers,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purchases, categories, channels and devices.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621712"/>
            <a:ext cx="53035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63640" y="3611880"/>
            <a:ext cx="64008" cy="2148840"/>
          </a:xfrm>
          <a:prstGeom prst="rect">
            <a:avLst/>
          </a:prstGeom>
          <a:solidFill>
            <a:srgbClr val="23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28231" y="3730752"/>
            <a:ext cx="15517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FINAL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4050791"/>
            <a:ext cx="4600940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highlights clear opportunities to improve conversion,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cart abandonment and focus business resources 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300">
                <a:solidFill>
                  <a:srgbClr val="2328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areas.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3386" y="6473952"/>
            <a:ext cx="24237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3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13">
            <a:extLst>
              <a:ext uri="{FF2B5EF4-FFF2-40B4-BE49-F238E27FC236}">
                <a16:creationId xmlns:a16="http://schemas.microsoft.com/office/drawing/2014/main" id="{19CAC37A-57CF-BFE8-D3B2-720247FE8114}"/>
              </a:ext>
            </a:extLst>
          </p:cNvPr>
          <p:cNvSpPr/>
          <p:nvPr/>
        </p:nvSpPr>
        <p:spPr>
          <a:xfrm>
            <a:off x="3444240" y="2127208"/>
            <a:ext cx="53035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solidFill>
                  <a:schemeClr val="tx1"/>
                </a:solidFill>
                <a:latin typeface="Timess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9BEFA6-D179-A848-202A-96A5ED5E5CE6}"/>
              </a:ext>
            </a:extLst>
          </p:cNvPr>
          <p:cNvSpPr/>
          <p:nvPr/>
        </p:nvSpPr>
        <p:spPr>
          <a:xfrm>
            <a:off x="3444240" y="2172928"/>
            <a:ext cx="64008" cy="2057400"/>
          </a:xfrm>
          <a:prstGeom prst="rect">
            <a:avLst/>
          </a:prstGeom>
          <a:solidFill>
            <a:srgbClr val="2D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40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507</Words>
  <Application>Microsoft Office PowerPoint</Application>
  <PresentationFormat>Widescreen</PresentationFormat>
  <Paragraphs>82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</vt:lpstr>
      <vt:lpstr>Times New Roman</vt:lpstr>
      <vt:lpstr>Timess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Anupoju Bowthya sree</cp:lastModifiedBy>
  <cp:revision>2</cp:revision>
  <dcterms:created xsi:type="dcterms:W3CDTF">2013-01-27T09:14:16Z</dcterms:created>
  <dcterms:modified xsi:type="dcterms:W3CDTF">2026-09-10T18:20:13Z</dcterms:modified>
  <cp:category/>
</cp:coreProperties>
</file>